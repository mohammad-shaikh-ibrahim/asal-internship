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4" r:id="rId3"/>
    <p:sldId id="257" r:id="rId4"/>
    <p:sldId id="260" r:id="rId5"/>
    <p:sldId id="259" r:id="rId6"/>
    <p:sldId id="261" r:id="rId7"/>
    <p:sldId id="262" r:id="rId8"/>
    <p:sldId id="263" r:id="rId9"/>
    <p:sldId id="258" r:id="rId10"/>
    <p:sldId id="265" r:id="rId11"/>
  </p:sldIdLst>
  <p:sldSz cx="9144000" cy="5143500" type="screen16x9"/>
  <p:notesSz cx="6858000" cy="9144000"/>
  <p:embeddedFontLst>
    <p:embeddedFont>
      <p:font typeface="Lato" panose="020B0604020202020204" charset="0"/>
      <p:regular r:id="rId13"/>
      <p:bold r:id="rId14"/>
      <p:italic r:id="rId15"/>
      <p:boldItalic r:id="rId16"/>
    </p:embeddedFont>
    <p:embeddedFont>
      <p:font typeface="Raleway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175662efc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175662efc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175662efc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175662efc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175662efc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175662efc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175662efc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5175662efc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175662efc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175662efc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x2LE3FKGEk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F70OuNWdrM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Agile Methodology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450" y="2306782"/>
            <a:ext cx="7688277" cy="1475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Khader Sawaftah,  Product Owner at ASAL Technology.</a:t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Certified in: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PMP®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PMI-ACP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®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PSPO1™</a:t>
            </a: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775" y="298715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309" y="1288473"/>
            <a:ext cx="7780841" cy="305150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x2LE3FKGEk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57222" y="1371600"/>
            <a:ext cx="4914978" cy="276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Management Methodologies  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6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/>
          </a:p>
        </p:txBody>
      </p:sp>
      <p:pic>
        <p:nvPicPr>
          <p:cNvPr id="1026" name="Picture 1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506" y="2172635"/>
            <a:ext cx="5421414" cy="277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Scrum ?</a:t>
            </a: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Scrum promoting collaboration, flexibility, and customer-centricity.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475" y="0"/>
            <a:ext cx="79410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Scrum has three key roles</a:t>
            </a:r>
            <a:endParaRPr dirty="0"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Product Owner</a:t>
            </a:r>
            <a:r>
              <a:rPr lang="en-GB"/>
              <a:t>: Represents the stakeholders, prioritizes and manages the product backlog.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Scrum Master</a:t>
            </a:r>
            <a:r>
              <a:rPr lang="en-GB"/>
              <a:t>: Facilitates the Scrum process, ensures adherence to Scrum principles.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Development Team</a:t>
            </a:r>
            <a:r>
              <a:rPr lang="en-GB"/>
              <a:t>: Self-organizing and cross-functional team responsible for delivering the product.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Scrum-Artifacts and Events</a:t>
            </a:r>
            <a:endParaRPr dirty="0"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779000" cy="28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50" y="2078875"/>
            <a:ext cx="5561647" cy="27865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1" y="1829492"/>
            <a:ext cx="5273040" cy="253483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50" y="1853850"/>
            <a:ext cx="7688700" cy="2486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74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917" y="1017348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Product Management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874" y="1759439"/>
            <a:ext cx="7563716" cy="312864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383" y="1853850"/>
            <a:ext cx="7787768" cy="293982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1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Agile tools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 smtClean="0"/>
              <a:t>Jira 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 smtClean="0"/>
              <a:t>Asana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 smtClean="0"/>
              <a:t>Aha 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 smtClean="0"/>
              <a:t>infinity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Can I enrich my knowledge in Product management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50" y="2328257"/>
            <a:ext cx="7688700" cy="2261100"/>
          </a:xfrm>
        </p:spPr>
        <p:txBody>
          <a:bodyPr/>
          <a:lstStyle/>
          <a:p>
            <a:r>
              <a:rPr lang="en-US" smtClean="0">
                <a:solidFill>
                  <a:schemeClr val="bg2"/>
                </a:solidFill>
              </a:rPr>
              <a:t>YouTube </a:t>
            </a:r>
            <a:r>
              <a:rPr lang="en-US" dirty="0">
                <a:solidFill>
                  <a:schemeClr val="bg2"/>
                </a:solidFill>
              </a:rPr>
              <a:t>: </a:t>
            </a:r>
            <a:r>
              <a:rPr lang="en-US" dirty="0">
                <a:solidFill>
                  <a:schemeClr val="bg2"/>
                </a:solidFill>
                <a:hlinkClick r:id="rId2"/>
              </a:rPr>
              <a:t>https://</a:t>
            </a:r>
            <a:r>
              <a:rPr lang="en-US" dirty="0" smtClean="0">
                <a:solidFill>
                  <a:schemeClr val="bg2"/>
                </a:solidFill>
                <a:hlinkClick r:id="rId2"/>
              </a:rPr>
              <a:t>www.youtube.com/watch?v=lF70OuNWdrM</a:t>
            </a:r>
            <a:r>
              <a:rPr lang="en-US" dirty="0" smtClean="0">
                <a:solidFill>
                  <a:schemeClr val="bg2"/>
                </a:solidFill>
              </a:rPr>
              <a:t> </a:t>
            </a:r>
          </a:p>
          <a:p>
            <a:r>
              <a:rPr lang="en-US" dirty="0">
                <a:solidFill>
                  <a:schemeClr val="bg2"/>
                </a:solidFill>
              </a:rPr>
              <a:t>Books : PMPOK </a:t>
            </a:r>
            <a:r>
              <a:rPr lang="en-US" dirty="0" smtClean="0">
                <a:solidFill>
                  <a:schemeClr val="bg2"/>
                </a:solidFill>
              </a:rPr>
              <a:t>GUIDE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 smtClean="0">
                <a:solidFill>
                  <a:schemeClr val="bg2"/>
                </a:solidFill>
              </a:rPr>
              <a:t>Podcasts : This </a:t>
            </a:r>
            <a:r>
              <a:rPr lang="en-US" dirty="0">
                <a:solidFill>
                  <a:schemeClr val="bg2"/>
                </a:solidFill>
              </a:rPr>
              <a:t>is Product </a:t>
            </a:r>
            <a:r>
              <a:rPr lang="en-US" dirty="0" smtClean="0">
                <a:solidFill>
                  <a:schemeClr val="bg2"/>
                </a:solidFill>
              </a:rPr>
              <a:t>Management,</a:t>
            </a:r>
            <a:r>
              <a:rPr lang="en-US" dirty="0">
                <a:solidFill>
                  <a:schemeClr val="bg2"/>
                </a:solidFill>
              </a:rPr>
              <a:t> Product to Product</a:t>
            </a:r>
          </a:p>
          <a:p>
            <a:r>
              <a:rPr lang="en-US" dirty="0" smtClean="0">
                <a:solidFill>
                  <a:schemeClr val="bg2"/>
                </a:solidFill>
              </a:rPr>
              <a:t>Online Courses : PMP, PSPO</a:t>
            </a:r>
          </a:p>
          <a:p>
            <a:r>
              <a:rPr lang="en-US" dirty="0">
                <a:solidFill>
                  <a:schemeClr val="bg2"/>
                </a:solidFill>
              </a:rPr>
              <a:t>Blogs and Websites</a:t>
            </a:r>
            <a:r>
              <a:rPr lang="en-US" dirty="0" smtClean="0">
                <a:solidFill>
                  <a:schemeClr val="bg2"/>
                </a:solidFill>
              </a:rPr>
              <a:t>: </a:t>
            </a:r>
            <a:r>
              <a:rPr lang="en-US" dirty="0">
                <a:solidFill>
                  <a:schemeClr val="bg2"/>
                </a:solidFill>
              </a:rPr>
              <a:t>Mind the </a:t>
            </a:r>
            <a:r>
              <a:rPr lang="en-US" dirty="0" smtClean="0">
                <a:solidFill>
                  <a:schemeClr val="bg2"/>
                </a:solidFill>
              </a:rPr>
              <a:t>Product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577607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117</Words>
  <Application>Microsoft Office PowerPoint</Application>
  <PresentationFormat>On-screen Show (16:9)</PresentationFormat>
  <Paragraphs>26</Paragraphs>
  <Slides>10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Lato</vt:lpstr>
      <vt:lpstr>Arial</vt:lpstr>
      <vt:lpstr>Raleway</vt:lpstr>
      <vt:lpstr>Streamline</vt:lpstr>
      <vt:lpstr>Agile Methodology</vt:lpstr>
      <vt:lpstr>PowerPoint Presentation</vt:lpstr>
      <vt:lpstr>Project Management Methodologies  </vt:lpstr>
      <vt:lpstr>Why Scrum ?</vt:lpstr>
      <vt:lpstr>Scrum has three key roles</vt:lpstr>
      <vt:lpstr>Scrum-Artifacts and Events</vt:lpstr>
      <vt:lpstr>PowerPoint Presentation</vt:lpstr>
      <vt:lpstr>What is Product Management </vt:lpstr>
      <vt:lpstr>Agile tools</vt:lpstr>
      <vt:lpstr>How Can I enrich my knowledge in Product management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</dc:title>
  <cp:lastModifiedBy>Khader Sawaftah</cp:lastModifiedBy>
  <cp:revision>7</cp:revision>
  <dcterms:modified xsi:type="dcterms:W3CDTF">2023-07-11T18:48:38Z</dcterms:modified>
</cp:coreProperties>
</file>