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4"/>
  </p:notes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 fontScale="90000"/>
          </a:bodyPr>
          <a:lstStyle/>
          <a:p>
            <a:pPr algn="l"/>
            <a:r>
              <a:rPr lang="en-US" sz="5400" dirty="0"/>
              <a:t>JavaScript Frameworks Comparison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4" y="4588041"/>
            <a:ext cx="3598877" cy="596435"/>
          </a:xfrm>
        </p:spPr>
        <p:txBody>
          <a:bodyPr>
            <a:normAutofit/>
          </a:bodyPr>
          <a:lstStyle/>
          <a:p>
            <a:pPr algn="l"/>
            <a:r>
              <a:rPr lang="en-US" sz="2200" dirty="0"/>
              <a:t>Mohammad Shaikh Ibrahim</a:t>
            </a:r>
          </a:p>
        </p:txBody>
      </p:sp>
      <p:pic>
        <p:nvPicPr>
          <p:cNvPr id="4" name="Picture Placeholder 1">
            <a:extLst>
              <a:ext uri="{FF2B5EF4-FFF2-40B4-BE49-F238E27FC236}">
                <a16:creationId xmlns:a16="http://schemas.microsoft.com/office/drawing/2014/main" id="{DB2228BD-6DAF-2901-4E15-A64EEDB49C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667" r="16667"/>
          <a:stretch>
            <a:fillRect/>
          </a:stretch>
        </p:blipFill>
        <p:spPr>
          <a:xfrm>
            <a:off x="-36946" y="0"/>
            <a:ext cx="6139977" cy="685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400" dirty="0"/>
              <a:t>Content</a:t>
            </a:r>
            <a:r>
              <a:rPr lang="en-US" sz="4000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800" dirty="0"/>
              <a:t>Node JS</a:t>
            </a:r>
          </a:p>
          <a:p>
            <a:r>
              <a:rPr lang="en-US" sz="2800" dirty="0"/>
              <a:t>Nest JS</a:t>
            </a:r>
          </a:p>
          <a:p>
            <a:r>
              <a:rPr lang="en-US" sz="2800" dirty="0"/>
              <a:t>Next JS</a:t>
            </a:r>
          </a:p>
          <a:p>
            <a:r>
              <a:rPr lang="en-US" sz="2800" dirty="0"/>
              <a:t>Nuxt JS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A5205-525D-59AB-435A-40FC8227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50C76-526B-3B8D-4732-5B3D19E0B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3960556"/>
          </a:xfrm>
        </p:spPr>
        <p:txBody>
          <a:bodyPr>
            <a:normAutofit/>
          </a:bodyPr>
          <a:lstStyle/>
          <a:p>
            <a:r>
              <a:rPr lang="en-GB" dirty="0"/>
              <a:t>Definition: Node.js is a JavaScript runtime that allows developers to run JavaScript code on the server.</a:t>
            </a:r>
          </a:p>
          <a:p>
            <a:r>
              <a:rPr lang="en-GB" dirty="0"/>
              <a:t>Key Features:</a:t>
            </a:r>
          </a:p>
          <a:p>
            <a:pPr lvl="1"/>
            <a:r>
              <a:rPr lang="en-GB" dirty="0"/>
              <a:t>V8 Engine: Uses Chrome’s V8 engine for fast execution.</a:t>
            </a:r>
          </a:p>
          <a:p>
            <a:pPr lvl="1"/>
            <a:r>
              <a:rPr lang="en-GB" dirty="0"/>
              <a:t>NPM: Comes with a package manager that provides access to thousands of libraries.</a:t>
            </a:r>
          </a:p>
          <a:p>
            <a:r>
              <a:rPr lang="en-GB" dirty="0"/>
              <a:t>Use Cases: Building web servers, APIs, and real-time applications like chat apps.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893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8D1F3-BEB1-D86B-9427-7D852EBFD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 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26531-36CD-6AD9-61D4-BC074FD38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090670"/>
          </a:xfrm>
        </p:spPr>
        <p:txBody>
          <a:bodyPr>
            <a:normAutofit/>
          </a:bodyPr>
          <a:lstStyle/>
          <a:p>
            <a:r>
              <a:rPr lang="en-GB" dirty="0"/>
              <a:t>Definition: Nest.js is a framework built on top of Node.js that provides a structured way to develop server-side applications.</a:t>
            </a:r>
          </a:p>
          <a:p>
            <a:r>
              <a:rPr lang="en-GB" dirty="0"/>
              <a:t>Key Features:</a:t>
            </a:r>
          </a:p>
          <a:p>
            <a:pPr lvl="1"/>
            <a:r>
              <a:rPr lang="en-GB" dirty="0"/>
              <a:t>TypeScript Support: Uses TypeScript out of the box for strong typing and better code quality.</a:t>
            </a:r>
          </a:p>
          <a:p>
            <a:pPr lvl="1"/>
            <a:r>
              <a:rPr lang="en-GB" dirty="0"/>
              <a:t>Built on Express: Leverages the popular Express.js framework but adds more structure and features.</a:t>
            </a:r>
          </a:p>
          <a:p>
            <a:r>
              <a:rPr lang="en-GB" dirty="0"/>
              <a:t>Use Cases: Enterprise-level applications, complex backend services, and applications requiring a robust architecture.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260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92C53-3D88-8F7F-D2EE-79DD9868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Node.js vs Nest.js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2E9802-40BA-2823-7EF5-ADC6359AA3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5096122"/>
              </p:ext>
            </p:extLst>
          </p:nvPr>
        </p:nvGraphicFramePr>
        <p:xfrm>
          <a:off x="914400" y="2076450"/>
          <a:ext cx="10353675" cy="3449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1158629888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1791705708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572703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Node.js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Nest.js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2057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Purpose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JavaScript runtime for server-side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Framework for structured server-side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051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Flexibility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High (you build from the ground up)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Structured (comes with built-in patterns)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833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Language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JavaScript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TypeScript (default)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991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Use Cases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Simple servers, APIs, real-time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Large-scale apps, enterprise solutions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400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Learning Curve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Lower for simple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Higher due to advanced features and TypeScript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74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04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8445B-8217-A9B6-83EB-5D7BEAF18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F5B9E-CCE6-7AF0-C1C2-5CA6BE62F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009390"/>
          </a:xfrm>
        </p:spPr>
        <p:txBody>
          <a:bodyPr>
            <a:normAutofit fontScale="92500"/>
          </a:bodyPr>
          <a:lstStyle/>
          <a:p>
            <a:r>
              <a:rPr lang="en-GB" dirty="0"/>
              <a:t>Definition: Next.js is a React framework for building server-side rendered (SSR) and statically generated web applications.</a:t>
            </a:r>
          </a:p>
          <a:p>
            <a:r>
              <a:rPr lang="en-GB" dirty="0"/>
              <a:t>Key Features:</a:t>
            </a:r>
          </a:p>
          <a:p>
            <a:pPr lvl="1"/>
            <a:r>
              <a:rPr lang="en-GB" dirty="0"/>
              <a:t>File-Based Routing: Automatically creates routes based on your file structure.</a:t>
            </a:r>
          </a:p>
          <a:p>
            <a:pPr lvl="1"/>
            <a:r>
              <a:rPr lang="en-GB" dirty="0"/>
              <a:t>Server-Side Rendering (SSR): Improves performance and SEO by rendering pages on the server.</a:t>
            </a:r>
          </a:p>
          <a:p>
            <a:pPr lvl="1"/>
            <a:r>
              <a:rPr lang="en-GB" dirty="0"/>
              <a:t>Static Site Generation (SSG): Generates static pages at build time, which can be served quickly.</a:t>
            </a:r>
          </a:p>
          <a:p>
            <a:pPr lvl="1"/>
            <a:r>
              <a:rPr lang="en-GB" dirty="0"/>
              <a:t>API Routes: Allows building APIs within the same codebase as your front end.</a:t>
            </a:r>
          </a:p>
          <a:p>
            <a:r>
              <a:rPr lang="en-GB" dirty="0"/>
              <a:t>Use Cases: Dynamic websites, e-commerce platforms, and applications needing SEO optimization.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48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57E8-D847-0708-C429-7430F51F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NUXT 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EC6B4-7EAA-B45E-C14C-C10C7F45B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03987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Definition: Nuxt.js is a Vue.js framework for building SSR and statically generated web applications, similar to Next.js but for Vue.</a:t>
            </a:r>
          </a:p>
          <a:p>
            <a:r>
              <a:rPr lang="en-GB" dirty="0"/>
              <a:t>Key Features:</a:t>
            </a:r>
          </a:p>
          <a:p>
            <a:pPr lvl="1"/>
            <a:r>
              <a:rPr lang="en-GB" dirty="0"/>
              <a:t>File-Based Routing with Nested Routes: Automatically generates routes and supports nested layouts.</a:t>
            </a:r>
          </a:p>
          <a:p>
            <a:pPr lvl="1"/>
            <a:r>
              <a:rPr lang="en-GB" dirty="0"/>
              <a:t>Server-Side Rendering (SSR): Improves load times and SEO.</a:t>
            </a:r>
          </a:p>
          <a:p>
            <a:pPr lvl="1"/>
            <a:r>
              <a:rPr lang="en-GB" dirty="0"/>
              <a:t>Static Site Generation (SSG): Builds static pages that can be served without a backend.</a:t>
            </a:r>
          </a:p>
          <a:p>
            <a:pPr lvl="1"/>
            <a:r>
              <a:rPr lang="en-GB" dirty="0"/>
              <a:t>Modular Architecture: Allows easy integration of features via modules (e.g., authentication, PWA support).</a:t>
            </a:r>
          </a:p>
          <a:p>
            <a:r>
              <a:rPr lang="en-GB" dirty="0"/>
              <a:t>Use Cases: Content-rich websites, blogs, e-commerce, and applications needing a structured approach.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346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8ABE4-5C36-D138-DC62-FB2F5AF1C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Next.js vs. Nuxt.js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485250-8603-5F34-CC08-84E7FC42E3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8066103"/>
              </p:ext>
            </p:extLst>
          </p:nvPr>
        </p:nvGraphicFramePr>
        <p:xfrm>
          <a:off x="914400" y="2076450"/>
          <a:ext cx="10353675" cy="328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2564481367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1211362937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9665844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Feature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Next.js	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Nuxt.js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502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Underlying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Vue.js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863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Rendering Modes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SSR, Static Generation, Client-Side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SSR, Static Generation, Client-Side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65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File-based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File-based routing with nested routes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06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JavaScript/TypeScript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JavaScript/TypeScript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54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Fetching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‘getStaticProps’, ‘getServerSideProps’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</a:t>
                      </a:r>
                      <a:r>
                        <a:rPr lang="en-US" dirty="0" err="1"/>
                        <a:t>asyncData</a:t>
                      </a:r>
                      <a:r>
                        <a:rPr lang="en-US" dirty="0"/>
                        <a:t>’, ‘fetch’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313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Learning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Easier for React developers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Easier for Vue.js developers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641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726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430EB-3399-C2EF-B582-EBCE4AD07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5339A-41B8-CF9F-9896-175564CA7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0026228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{AE0195D8-954C-4481-B65C-C2FD69B657FC}tf55705232_win32</Template>
  <TotalTime>56</TotalTime>
  <Words>542</Words>
  <Application>Microsoft Office PowerPoint</Application>
  <PresentationFormat>Widescreen</PresentationFormat>
  <Paragraphs>79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Goudy Old Style</vt:lpstr>
      <vt:lpstr>Wingdings 2</vt:lpstr>
      <vt:lpstr>SlateVTI</vt:lpstr>
      <vt:lpstr>JavaScript Frameworks Comparison</vt:lpstr>
      <vt:lpstr>Content </vt:lpstr>
      <vt:lpstr>NODE JS</vt:lpstr>
      <vt:lpstr>NEST JS</vt:lpstr>
      <vt:lpstr>Node.js vs Nest.js Comparison</vt:lpstr>
      <vt:lpstr>NEXT JS</vt:lpstr>
      <vt:lpstr>NUXT JS</vt:lpstr>
      <vt:lpstr>Next.js vs. Nuxt.js Comparison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Shaikh Ibrahim</dc:creator>
  <cp:lastModifiedBy>Mohammad Shaikh Ibrahim</cp:lastModifiedBy>
  <cp:revision>1</cp:revision>
  <dcterms:created xsi:type="dcterms:W3CDTF">2024-08-12T17:19:54Z</dcterms:created>
  <dcterms:modified xsi:type="dcterms:W3CDTF">2024-08-12T18:16:25Z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